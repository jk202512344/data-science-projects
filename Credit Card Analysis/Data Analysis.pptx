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C398F-CD36-7C62-0971-C38BA427D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1BEC4-0238-79AC-6523-17307DC3A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CBA94-6357-D99D-FB1F-22731A538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3ED33-3AB8-2C7A-521A-0D7363DE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EF1F9-4EA5-AADA-49D6-7AC0FEE1A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874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3844-2318-7B10-704F-C33880A6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0EF53-54A0-A9B6-5F45-BE1907299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032AE-5B03-C5DF-415C-93D7770B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5F7BC-0953-7CB6-A78D-92C70250A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D8041-3478-EBFB-67E9-A8BDFF9C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32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F3D5-0CA8-99F4-912F-C5C87D00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2088F-7B7D-FEAE-B084-185292CB6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815B7-4D9A-1358-B988-4195DAFD0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68FA3-8B67-FBFA-20F8-50A28AF9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3C49E-D33A-32D2-9793-F29A5AE5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97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DFC7A-58BF-65E6-D004-DABACC4F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F0D85-C23B-5FA2-6DDB-B88A788C2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93948-F512-B02E-0737-1CCD06260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5FFC5-BF73-4982-065C-D1B9B66C4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1B633-1961-03DC-F2E6-6FA4C316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C07B2-D285-569F-898D-1BACCF3D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85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BEF6-297A-AB52-33FB-D9FDB13DD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7A8CB-4869-CC35-E20E-F176AE06B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698F4-5BDF-A364-4395-40B36A484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6EB01F-3AB6-4E6E-AF80-7B5C83A9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86222-9582-99F2-99B1-EEAC4F9E89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5345F7-3DDE-3C3E-923A-00A826CA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54263-18C6-52DC-D506-27912364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0B26E0-9D02-65B2-03DA-FBA66A0C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863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A793-A111-93C8-F3F9-B2DC5E43A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DECD4-B9B4-4661-32AC-14230FF62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72070-6844-3DDA-1694-61EDE74E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A6582-FB7D-5466-AC36-299AF01A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63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DC8C0-DDDF-D9C8-6A49-4AFAD1B0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48D82-B64D-DF0D-273F-3C502EEA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93FC9-909B-4BD3-9AF6-2020408AE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05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0658-CF66-4885-57D6-84527B8A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C7C3F-9366-78D7-F7CC-A0D723C56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DD7B0-2D3D-37E8-21FC-3AC357C9A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BAB49-DD7E-EAB6-FF55-7977D037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CAE23-A473-C797-70F4-3872DF66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9AB15-EDCC-1C5A-E742-C6B781C5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05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1DE0B-E728-7BCC-6274-931BD491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36D391-46AF-2BA4-999C-8CB0698E5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CB472-5FCE-D228-E729-D7C63B450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B4CA2-F2D2-0184-77FA-36DD6A756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E65EC-CDE4-81A3-0F31-64603ABB0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13EA5-A43A-24B0-1CAD-89ADAAF4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92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E937-9728-4B6C-BE12-D6A46510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DDC4B-F5D5-FB76-5432-70FAA177A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B71E0-6DAB-43E3-0CD0-A3A4A2D9F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4F5D1-1D21-12FB-D685-A9DF90DB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331D3-EDB5-638D-5B0F-56776A65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17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0D388-F1F7-4E28-353E-FE29FF5A97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F9C2A-7500-446C-C5C0-7159FF12A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5BEDC-B00F-22F0-EEE1-2BB23C67C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A755E-0BA5-5434-A57E-BD7B72CC3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F626F-4220-137C-B42A-5F4C5CD5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70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EEC58-490C-D389-14AD-75E2D98E9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8BC9C-7E61-69BB-3F13-6DE8122BA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A35E0-D9CC-EECB-2245-CAE9D88E4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C410D2-85DB-470F-88B4-2E1CC54C7008}" type="datetimeFigureOut">
              <a:rPr lang="en-IN" smtClean="0"/>
              <a:t>19-09-2025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0A42B-8EE1-F50D-B581-FD1478790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4C701-9324-E253-2CF8-54B7B96AA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99103-62F9-4CAC-862F-D4691382D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839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8C951D-62F9-7C24-41BA-126188309C68}"/>
              </a:ext>
            </a:extLst>
          </p:cNvPr>
          <p:cNvSpPr txBox="1"/>
          <p:nvPr/>
        </p:nvSpPr>
        <p:spPr>
          <a:xfrm>
            <a:off x="195943" y="1817913"/>
            <a:ext cx="114517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Income Distribution by Age, Gender, Location, Occupation &amp; Marital Status</a:t>
            </a:r>
          </a:p>
        </p:txBody>
      </p:sp>
    </p:spTree>
    <p:extLst>
      <p:ext uri="{BB962C8B-B14F-4D97-AF65-F5344CB8AC3E}">
        <p14:creationId xmlns:p14="http://schemas.microsoft.com/office/powerpoint/2010/main" val="2117645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7FD4A-6108-3062-9162-26FE99C84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0CB39C-BF59-25AF-9E64-61EF48819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15" y="0"/>
            <a:ext cx="98515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94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B339-7F50-5429-6E3B-888E71B83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F85AA2-3AC4-B4AC-1FB0-6CB17DCC1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91" y="823912"/>
            <a:ext cx="5524500" cy="521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DF0CB4-9DF3-CE83-86DA-46650A2F4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731" y="927326"/>
            <a:ext cx="4149498" cy="438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09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42601-96A5-DDAE-A4E7-576B12F5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90961E-E8FB-4902-E6FC-E6783DD11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078" y="1061354"/>
            <a:ext cx="441007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656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64EBA-F29D-5B61-0F25-5A4CC6D3C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2C290F-DFC0-049E-BC4B-516E42AC7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095375"/>
            <a:ext cx="113252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65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6A41-F855-3FAC-3C0B-8C344B1E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4B89F3-29C7-5815-9D7E-FAB5245D6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881" y="0"/>
            <a:ext cx="8259376" cy="684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2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84AE0-792C-F433-6C60-EC64013B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88F04D-0770-C9D6-DEAF-84FF8CA45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571625"/>
            <a:ext cx="113252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19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Sandisk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 krishna gonuguntla (CW)</dc:creator>
  <cp:lastModifiedBy>jaya krishna gonuguntla (CW)</cp:lastModifiedBy>
  <cp:revision>6</cp:revision>
  <dcterms:created xsi:type="dcterms:W3CDTF">2025-09-19T11:43:12Z</dcterms:created>
  <dcterms:modified xsi:type="dcterms:W3CDTF">2025-09-19T11:54:44Z</dcterms:modified>
</cp:coreProperties>
</file>